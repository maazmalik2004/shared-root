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6987" y="2865288"/>
            <a:ext cx="14114026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 Computer Graphics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6987" y="4468663"/>
            <a:ext cx="1067311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Tech that Powers Video Games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0505" y="5303688"/>
            <a:ext cx="1109960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</a:t>
            </a: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Maaz Malik</a:t>
            </a:r>
          </a:p>
        </p:txBody>
      </p:sp>
      <p:sp>
        <p:nvSpPr>
          <p:cNvPr name="AutoShape 5" id="5"/>
          <p:cNvSpPr/>
          <p:nvPr/>
        </p:nvSpPr>
        <p:spPr>
          <a:xfrm>
            <a:off x="1708130" y="3243366"/>
            <a:ext cx="0" cy="2107948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8221" y="4047080"/>
            <a:ext cx="3055962" cy="5211220"/>
          </a:xfrm>
          <a:custGeom>
            <a:avLst/>
            <a:gdLst/>
            <a:ahLst/>
            <a:cxnLst/>
            <a:rect r="r" b="b" t="t" l="l"/>
            <a:pathLst>
              <a:path h="5211220" w="3055962">
                <a:moveTo>
                  <a:pt x="0" y="0"/>
                </a:moveTo>
                <a:lnTo>
                  <a:pt x="3055962" y="0"/>
                </a:lnTo>
                <a:lnTo>
                  <a:pt x="3055962" y="5211220"/>
                </a:lnTo>
                <a:lnTo>
                  <a:pt x="0" y="521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508181">
            <a:off x="13796604" y="6890742"/>
            <a:ext cx="393591" cy="34439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  <a:ln w="3810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3872516" y="1741976"/>
            <a:ext cx="10047738" cy="5165073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789339">
            <a:off x="1602244" y="1676877"/>
            <a:ext cx="5669640" cy="4960935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  <a:ln w="3810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8100000">
            <a:off x="5510017" y="7416983"/>
            <a:ext cx="5669640" cy="4960935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11765"/>
              </a:srgbClr>
            </a:solidFill>
            <a:ln w="38100" cap="sq">
              <a:solidFill>
                <a:srgbClr val="5170FF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2241190" y="7217911"/>
            <a:ext cx="11647198" cy="8447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263033" y="5911332"/>
            <a:ext cx="6479063" cy="4941231"/>
          </a:xfrm>
          <a:custGeom>
            <a:avLst/>
            <a:gdLst/>
            <a:ahLst/>
            <a:cxnLst/>
            <a:rect r="r" b="b" t="t" l="l"/>
            <a:pathLst>
              <a:path h="4941231" w="6479063">
                <a:moveTo>
                  <a:pt x="0" y="0"/>
                </a:moveTo>
                <a:lnTo>
                  <a:pt x="6479063" y="0"/>
                </a:lnTo>
                <a:lnTo>
                  <a:pt x="6479063" y="4941230"/>
                </a:lnTo>
                <a:lnTo>
                  <a:pt x="0" y="4941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66034" y="1258386"/>
            <a:ext cx="108932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Everything, is a bunch of triangles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9592" y="7358148"/>
            <a:ext cx="191726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(x1,y1,z1)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33363" y="6072300"/>
            <a:ext cx="19386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(x2,y2,z2)</a:t>
            </a:r>
          </a:p>
        </p:txBody>
      </p:sp>
      <p:sp>
        <p:nvSpPr>
          <p:cNvPr name="AutoShape 18" id="18"/>
          <p:cNvSpPr/>
          <p:nvPr/>
        </p:nvSpPr>
        <p:spPr>
          <a:xfrm>
            <a:off x="7757132" y="5928662"/>
            <a:ext cx="6487570" cy="1206572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891858" y="1039869"/>
            <a:ext cx="19613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(x3,y3,z3)</a:t>
            </a:r>
          </a:p>
        </p:txBody>
      </p:sp>
      <p:grpSp>
        <p:nvGrpSpPr>
          <p:cNvPr name="Group 20" id="20"/>
          <p:cNvGrpSpPr/>
          <p:nvPr/>
        </p:nvGrpSpPr>
        <p:grpSpPr>
          <a:xfrm rot="-4423246">
            <a:off x="-2436559" y="1197133"/>
            <a:ext cx="5669640" cy="4960935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  <a:ln w="38100" cap="sq">
              <a:solidFill>
                <a:srgbClr val="5170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4423246">
            <a:off x="1751541" y="5727194"/>
            <a:ext cx="5669640" cy="4960935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  <a:ln w="38100" cap="sq">
              <a:solidFill>
                <a:srgbClr val="5170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4423246">
            <a:off x="3531213" y="-334986"/>
            <a:ext cx="5669640" cy="4960935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  <a:ln w="38100" cap="sq">
              <a:solidFill>
                <a:srgbClr val="5170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8100000">
            <a:off x="-4895470" y="4613619"/>
            <a:ext cx="5669640" cy="4960935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11765"/>
              </a:srgbClr>
            </a:solidFill>
            <a:ln w="38100" cap="sq">
              <a:solidFill>
                <a:srgbClr val="5170FF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8100000">
            <a:off x="-786596" y="8875663"/>
            <a:ext cx="5669640" cy="4960935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11765"/>
              </a:srgbClr>
            </a:solidFill>
            <a:ln w="38100" cap="sq">
              <a:solidFill>
                <a:srgbClr val="5170FF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8100000">
            <a:off x="-3134456" y="-1336931"/>
            <a:ext cx="5669640" cy="4708332"/>
            <a:chOff x="0" y="0"/>
            <a:chExt cx="812800" cy="6749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674987"/>
            </a:xfrm>
            <a:custGeom>
              <a:avLst/>
              <a:gdLst/>
              <a:ahLst/>
              <a:cxnLst/>
              <a:rect r="r" b="b" t="t" l="l"/>
              <a:pathLst>
                <a:path h="674987" w="812800">
                  <a:moveTo>
                    <a:pt x="406400" y="0"/>
                  </a:moveTo>
                  <a:lnTo>
                    <a:pt x="812800" y="674987"/>
                  </a:lnTo>
                  <a:lnTo>
                    <a:pt x="0" y="67498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11765"/>
              </a:srgbClr>
            </a:solidFill>
            <a:ln w="38100" cap="sq">
              <a:solidFill>
                <a:srgbClr val="5170FF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265762"/>
              <a:ext cx="558800" cy="361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885938">
            <a:off x="2971880" y="-2911642"/>
            <a:ext cx="5669640" cy="4960935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11765"/>
              </a:srgbClr>
            </a:solidFill>
            <a:ln w="38100" cap="sq">
              <a:solidFill>
                <a:srgbClr val="5170FF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447021">
            <a:off x="14712567" y="4266594"/>
            <a:ext cx="3247333" cy="2841416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  <a:ln w="3810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177985">
            <a:off x="13562129" y="2329812"/>
            <a:ext cx="3247333" cy="2841416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  <a:ln w="38100" cap="sq">
              <a:solidFill>
                <a:srgbClr val="5170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162079">
            <a:off x="16216787" y="4597957"/>
            <a:ext cx="3247333" cy="2841416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  <a:ln w="38100" cap="sq">
              <a:solidFill>
                <a:srgbClr val="5170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162079">
            <a:off x="12995162" y="5771751"/>
            <a:ext cx="3247333" cy="2841416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  <a:ln w="38100" cap="sq">
              <a:solidFill>
                <a:srgbClr val="5170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835144">
            <a:off x="10679187" y="5714906"/>
            <a:ext cx="3247333" cy="2841416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9804"/>
              </a:srgbClr>
            </a:solidFill>
            <a:ln w="38100" cap="sq">
              <a:solidFill>
                <a:srgbClr val="5170FF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4835144">
            <a:off x="11219553" y="2398428"/>
            <a:ext cx="3247333" cy="2841416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9804"/>
              </a:srgbClr>
            </a:solidFill>
            <a:ln w="38100" cap="sq">
              <a:solidFill>
                <a:srgbClr val="5170FF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4835144">
            <a:off x="14664596" y="1272079"/>
            <a:ext cx="3247333" cy="2841416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9804"/>
              </a:srgbClr>
            </a:solidFill>
            <a:ln w="38100" cap="sq">
              <a:solidFill>
                <a:srgbClr val="5170FF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6538590">
            <a:off x="15070157" y="3442120"/>
            <a:ext cx="6797018" cy="1844385"/>
            <a:chOff x="0" y="0"/>
            <a:chExt cx="1701278" cy="4616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1278" cy="461645"/>
            </a:xfrm>
            <a:custGeom>
              <a:avLst/>
              <a:gdLst/>
              <a:ahLst/>
              <a:cxnLst/>
              <a:rect r="r" b="b" t="t" l="l"/>
              <a:pathLst>
                <a:path h="461645" w="1701278">
                  <a:moveTo>
                    <a:pt x="850639" y="0"/>
                  </a:moveTo>
                  <a:lnTo>
                    <a:pt x="1701278" y="461645"/>
                  </a:lnTo>
                  <a:lnTo>
                    <a:pt x="0" y="461645"/>
                  </a:lnTo>
                  <a:lnTo>
                    <a:pt x="850639" y="0"/>
                  </a:lnTo>
                  <a:close/>
                </a:path>
              </a:pathLst>
            </a:custGeom>
            <a:solidFill>
              <a:srgbClr val="38B6FF">
                <a:alpha val="9804"/>
              </a:srgbClr>
            </a:solidFill>
            <a:ln w="38100" cap="sq">
              <a:solidFill>
                <a:srgbClr val="5170FF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265825" y="166710"/>
              <a:ext cx="1169629" cy="26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9602628">
            <a:off x="17414042" y="7417200"/>
            <a:ext cx="3247333" cy="2841416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9804"/>
              </a:srgbClr>
            </a:solidFill>
            <a:ln w="38100" cap="sq">
              <a:solidFill>
                <a:srgbClr val="5170FF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0322" y="7888787"/>
            <a:ext cx="1146251" cy="114625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89315" y="7155331"/>
            <a:ext cx="348163" cy="303290"/>
            <a:chOff x="0" y="0"/>
            <a:chExt cx="91697" cy="798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9137478" y="6244242"/>
            <a:ext cx="6688534" cy="1035776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3684095" y="3577619"/>
            <a:ext cx="0" cy="3890708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3665045" y="3559063"/>
            <a:ext cx="6286369" cy="1461093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3660732" y="7468327"/>
            <a:ext cx="6286369" cy="1461093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9970464" y="5020157"/>
            <a:ext cx="0" cy="3890708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8420627" y="7165037"/>
            <a:ext cx="348163" cy="303290"/>
            <a:chOff x="0" y="0"/>
            <a:chExt cx="91697" cy="7987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>
                <a:alpha val="49804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 flipV="true">
            <a:off x="1775154" y="7380516"/>
            <a:ext cx="7121568" cy="1063982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>
            <a:off x="1974115" y="3540508"/>
            <a:ext cx="1733905" cy="4388237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2335592" y="8495719"/>
            <a:ext cx="7653922" cy="452256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-7320392">
            <a:off x="1439340" y="7809246"/>
            <a:ext cx="1375784" cy="830385"/>
            <a:chOff x="0" y="0"/>
            <a:chExt cx="1178318" cy="711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8318" cy="711200"/>
            </a:xfrm>
            <a:custGeom>
              <a:avLst/>
              <a:gdLst/>
              <a:ahLst/>
              <a:cxnLst/>
              <a:rect r="r" b="b" t="t" l="l"/>
              <a:pathLst>
                <a:path h="711200" w="1178318">
                  <a:moveTo>
                    <a:pt x="589159" y="0"/>
                  </a:moveTo>
                  <a:lnTo>
                    <a:pt x="1178318" y="711200"/>
                  </a:lnTo>
                  <a:lnTo>
                    <a:pt x="0" y="711200"/>
                  </a:lnTo>
                  <a:lnTo>
                    <a:pt x="589159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84112" y="282575"/>
              <a:ext cx="810093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492660" y="1154036"/>
            <a:ext cx="2386472" cy="2386472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16863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71497" y="1532873"/>
            <a:ext cx="1628798" cy="1628798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317752" y="1979128"/>
            <a:ext cx="736288" cy="736288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8" id="58"/>
          <p:cNvSpPr/>
          <p:nvPr/>
        </p:nvSpPr>
        <p:spPr>
          <a:xfrm>
            <a:off x="8420627" y="2699015"/>
            <a:ext cx="7405386" cy="3545227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8789315" y="7495473"/>
            <a:ext cx="348163" cy="303290"/>
            <a:chOff x="0" y="0"/>
            <a:chExt cx="91697" cy="798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>
                <a:alpha val="49804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56528" y="7155331"/>
            <a:ext cx="348163" cy="303290"/>
            <a:chOff x="0" y="0"/>
            <a:chExt cx="91697" cy="798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>
                <a:alpha val="49804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789315" y="6833610"/>
            <a:ext cx="348163" cy="303290"/>
            <a:chOff x="0" y="0"/>
            <a:chExt cx="91697" cy="798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>
                <a:alpha val="49804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420627" y="6833172"/>
            <a:ext cx="348163" cy="303290"/>
            <a:chOff x="0" y="0"/>
            <a:chExt cx="91697" cy="7987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53414" y="6833172"/>
            <a:ext cx="348163" cy="303290"/>
            <a:chOff x="0" y="0"/>
            <a:chExt cx="91697" cy="798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697" cy="79879"/>
            </a:xfrm>
            <a:custGeom>
              <a:avLst/>
              <a:gdLst/>
              <a:ahLst/>
              <a:cxnLst/>
              <a:rect r="r" b="b" t="t" l="l"/>
              <a:pathLst>
                <a:path h="79879" w="91697">
                  <a:moveTo>
                    <a:pt x="0" y="0"/>
                  </a:moveTo>
                  <a:lnTo>
                    <a:pt x="91697" y="0"/>
                  </a:lnTo>
                  <a:lnTo>
                    <a:pt x="91697" y="79879"/>
                  </a:lnTo>
                  <a:lnTo>
                    <a:pt x="0" y="79879"/>
                  </a:lnTo>
                  <a:close/>
                </a:path>
              </a:pathLst>
            </a:custGeom>
            <a:solidFill>
              <a:srgbClr val="38B6FF">
                <a:alpha val="24706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1697" cy="1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1934705">
            <a:off x="583889" y="8006479"/>
            <a:ext cx="1653342" cy="1233242"/>
            <a:chOff x="0" y="0"/>
            <a:chExt cx="435448" cy="3248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5448" cy="324804"/>
            </a:xfrm>
            <a:custGeom>
              <a:avLst/>
              <a:gdLst/>
              <a:ahLst/>
              <a:cxnLst/>
              <a:rect r="r" b="b" t="t" l="l"/>
              <a:pathLst>
                <a:path h="324804" w="435448">
                  <a:moveTo>
                    <a:pt x="135795" y="0"/>
                  </a:moveTo>
                  <a:lnTo>
                    <a:pt x="299653" y="0"/>
                  </a:lnTo>
                  <a:cubicBezTo>
                    <a:pt x="374651" y="0"/>
                    <a:pt x="435448" y="60798"/>
                    <a:pt x="435448" y="135795"/>
                  </a:cubicBezTo>
                  <a:lnTo>
                    <a:pt x="435448" y="189009"/>
                  </a:lnTo>
                  <a:cubicBezTo>
                    <a:pt x="435448" y="264007"/>
                    <a:pt x="374651" y="324804"/>
                    <a:pt x="299653" y="324804"/>
                  </a:cubicBezTo>
                  <a:lnTo>
                    <a:pt x="135795" y="324804"/>
                  </a:lnTo>
                  <a:cubicBezTo>
                    <a:pt x="60798" y="324804"/>
                    <a:pt x="0" y="264007"/>
                    <a:pt x="0" y="189009"/>
                  </a:cubicBezTo>
                  <a:lnTo>
                    <a:pt x="0" y="135795"/>
                  </a:lnTo>
                  <a:cubicBezTo>
                    <a:pt x="0" y="60798"/>
                    <a:pt x="60798" y="0"/>
                    <a:pt x="135795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35448" cy="37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715575" y="8975980"/>
            <a:ext cx="47317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Virtual Camera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72793" y="887995"/>
            <a:ext cx="3872508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Virtual Light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4386309" y="7041650"/>
            <a:ext cx="28794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Triangles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148067" y="5753069"/>
            <a:ext cx="34468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View Plane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47398" y="662864"/>
            <a:ext cx="61240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World Contains...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37423" y="1028700"/>
            <a:ext cx="2386472" cy="23864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1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16260" y="1407537"/>
            <a:ext cx="1628798" cy="162879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962515" y="1853792"/>
            <a:ext cx="736288" cy="7362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09610" y="3036335"/>
            <a:ext cx="7892753" cy="4230536"/>
            <a:chOff x="0" y="0"/>
            <a:chExt cx="812800" cy="435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35663"/>
            </a:xfrm>
            <a:custGeom>
              <a:avLst/>
              <a:gdLst/>
              <a:ahLst/>
              <a:cxnLst/>
              <a:rect r="r" b="b" t="t" l="l"/>
              <a:pathLst>
                <a:path h="435663" w="812800">
                  <a:moveTo>
                    <a:pt x="406400" y="0"/>
                  </a:moveTo>
                  <a:lnTo>
                    <a:pt x="812800" y="435663"/>
                  </a:lnTo>
                  <a:lnTo>
                    <a:pt x="0" y="43566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154647"/>
              <a:ext cx="558800" cy="249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1612717">
            <a:off x="14501687" y="6683353"/>
            <a:ext cx="2884680" cy="1546196"/>
            <a:chOff x="0" y="0"/>
            <a:chExt cx="812800" cy="435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35663"/>
            </a:xfrm>
            <a:custGeom>
              <a:avLst/>
              <a:gdLst/>
              <a:ahLst/>
              <a:cxnLst/>
              <a:rect r="r" b="b" t="t" l="l"/>
              <a:pathLst>
                <a:path h="435663" w="812800">
                  <a:moveTo>
                    <a:pt x="406400" y="0"/>
                  </a:moveTo>
                  <a:lnTo>
                    <a:pt x="812800" y="435663"/>
                  </a:lnTo>
                  <a:lnTo>
                    <a:pt x="0" y="43566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54647"/>
              <a:ext cx="558800" cy="249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9556496" y="1688793"/>
            <a:ext cx="0" cy="4030542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V="true">
            <a:off x="15806803" y="5741980"/>
            <a:ext cx="1019787" cy="1886909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5909610" y="7266871"/>
            <a:ext cx="6909609" cy="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 flipV="true">
            <a:off x="5909610" y="3771423"/>
            <a:ext cx="3260663" cy="3495447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1" id="21"/>
          <p:cNvSpPr/>
          <p:nvPr/>
        </p:nvSpPr>
        <p:spPr>
          <a:xfrm flipH="true" flipV="false" rot="0">
            <a:off x="1323067" y="5786234"/>
            <a:ext cx="3426535" cy="3340434"/>
          </a:xfrm>
          <a:custGeom>
            <a:avLst/>
            <a:gdLst/>
            <a:ahLst/>
            <a:cxnLst/>
            <a:rect r="r" b="b" t="t" l="l"/>
            <a:pathLst>
              <a:path h="3340434" w="3426535">
                <a:moveTo>
                  <a:pt x="3426535" y="0"/>
                </a:moveTo>
                <a:lnTo>
                  <a:pt x="0" y="0"/>
                </a:lnTo>
                <a:lnTo>
                  <a:pt x="0" y="3340434"/>
                </a:lnTo>
                <a:lnTo>
                  <a:pt x="3426535" y="3340434"/>
                </a:lnTo>
                <a:lnTo>
                  <a:pt x="3426535" y="0"/>
                </a:lnTo>
                <a:close/>
              </a:path>
            </a:pathLst>
          </a:custGeom>
          <a:blipFill>
            <a:blip r:embed="rId2"/>
            <a:stretch>
              <a:fillRect l="-13731" t="-70004" r="-101498" b="-5077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66839" y="1758542"/>
            <a:ext cx="28523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= A X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59638" y="7361201"/>
            <a:ext cx="4595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85895" y="2941085"/>
            <a:ext cx="4611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</a:p>
        </p:txBody>
      </p:sp>
      <p:sp>
        <p:nvSpPr>
          <p:cNvPr name="TextBox 25" id="25"/>
          <p:cNvSpPr txBox="true"/>
          <p:nvPr/>
        </p:nvSpPr>
        <p:spPr>
          <a:xfrm rot="5296366">
            <a:off x="9263623" y="4929521"/>
            <a:ext cx="75711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47962" y="8371205"/>
            <a:ext cx="58377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is it facing?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16932" y="4326410"/>
            <a:ext cx="5802409" cy="3110106"/>
            <a:chOff x="0" y="0"/>
            <a:chExt cx="812800" cy="435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35663"/>
            </a:xfrm>
            <a:custGeom>
              <a:avLst/>
              <a:gdLst/>
              <a:ahLst/>
              <a:cxnLst/>
              <a:rect r="r" b="b" t="t" l="l"/>
              <a:pathLst>
                <a:path h="435663" w="812800">
                  <a:moveTo>
                    <a:pt x="406400" y="0"/>
                  </a:moveTo>
                  <a:lnTo>
                    <a:pt x="812800" y="435663"/>
                  </a:lnTo>
                  <a:lnTo>
                    <a:pt x="0" y="43566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6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154647"/>
              <a:ext cx="558800" cy="249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7297964" y="3335756"/>
            <a:ext cx="0" cy="2963079"/>
          </a:xfrm>
          <a:prstGeom prst="line">
            <a:avLst/>
          </a:prstGeom>
          <a:ln cap="flat" w="66675">
            <a:solidFill>
              <a:srgbClr val="26262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2850484"/>
            <a:ext cx="1754430" cy="17544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1686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7204" y="3128989"/>
            <a:ext cx="1197421" cy="11974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5272" y="3457056"/>
            <a:ext cx="541287" cy="5412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 flipV="true">
            <a:off x="1835324" y="3700306"/>
            <a:ext cx="5462640" cy="2598530"/>
          </a:xfrm>
          <a:prstGeom prst="line">
            <a:avLst/>
          </a:prstGeom>
          <a:ln cap="flat" w="66675">
            <a:solidFill>
              <a:srgbClr val="262626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 flipV="true">
            <a:off x="6653992" y="5672597"/>
            <a:ext cx="643972" cy="328852"/>
          </a:xfrm>
          <a:prstGeom prst="line">
            <a:avLst/>
          </a:prstGeom>
          <a:ln cap="flat" w="66675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449605" y="5596397"/>
            <a:ext cx="300051" cy="6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</a:pPr>
            <a:r>
              <a:rPr lang="en-US" sz="38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3130" y="3380856"/>
            <a:ext cx="280707" cy="6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</a:pPr>
            <a:r>
              <a:rPr lang="en-US" sz="38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78729" y="3533256"/>
            <a:ext cx="380053" cy="6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</a:pPr>
            <a:r>
              <a:rPr lang="en-US" sz="38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74423" y="1904426"/>
            <a:ext cx="4900274" cy="86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 θ     =     N · 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61459" y="2879754"/>
            <a:ext cx="1703615" cy="86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|N||L|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15054558" y="2878993"/>
            <a:ext cx="1810516" cy="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28700" y="933450"/>
            <a:ext cx="58377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is it facing?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91660" y="6194061"/>
            <a:ext cx="2962898" cy="86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[nx ny nz]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21509" y="6351430"/>
            <a:ext cx="653408" cy="265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lx</a:t>
            </a:r>
          </a:p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ly</a:t>
            </a:r>
          </a:p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lz 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15464044" y="6456205"/>
            <a:ext cx="0" cy="254551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5417092" y="6503830"/>
            <a:ext cx="233640" cy="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15464044" y="8954090"/>
            <a:ext cx="233640" cy="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6817449" y="6456205"/>
            <a:ext cx="0" cy="254551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6630760" y="8954090"/>
            <a:ext cx="233640" cy="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6583808" y="6503830"/>
            <a:ext cx="233640" cy="0"/>
          </a:xfrm>
          <a:prstGeom prst="line">
            <a:avLst/>
          </a:prstGeom>
          <a:ln cap="flat" w="952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4224560" y="4582949"/>
            <a:ext cx="866618" cy="86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0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82749" y="4548016"/>
            <a:ext cx="18788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0600" y="729396"/>
            <a:ext cx="16987740" cy="8932263"/>
          </a:xfrm>
          <a:custGeom>
            <a:avLst/>
            <a:gdLst/>
            <a:ahLst/>
            <a:cxnLst/>
            <a:rect r="r" b="b" t="t" l="l"/>
            <a:pathLst>
              <a:path h="8932263" w="16987740">
                <a:moveTo>
                  <a:pt x="0" y="0"/>
                </a:moveTo>
                <a:lnTo>
                  <a:pt x="16987739" y="0"/>
                </a:lnTo>
                <a:lnTo>
                  <a:pt x="16987739" y="8932263"/>
                </a:lnTo>
                <a:lnTo>
                  <a:pt x="0" y="8932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883479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 One Task...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811462" y="3792060"/>
            <a:ext cx="6486015" cy="2702879"/>
            <a:chOff x="0" y="0"/>
            <a:chExt cx="8648020" cy="36038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14721" y="-104775"/>
              <a:ext cx="3346148" cy="1122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nx ny nz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185661" y="105051"/>
              <a:ext cx="871211" cy="3498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lx</a:t>
              </a:r>
            </a:p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ly</a:t>
              </a:r>
            </a:p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lz </a:t>
              </a:r>
            </a:p>
          </p:txBody>
        </p:sp>
        <p:sp>
          <p:nvSpPr>
            <p:cNvPr name="AutoShape 7" id="7"/>
            <p:cNvSpPr/>
            <p:nvPr/>
          </p:nvSpPr>
          <p:spPr>
            <a:xfrm flipV="true">
              <a:off x="4709041" y="209826"/>
              <a:ext cx="0" cy="3394013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 flipV="true">
              <a:off x="4646438" y="273326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H="true" flipV="true">
              <a:off x="4709041" y="3540339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8584520" y="209826"/>
              <a:ext cx="0" cy="3394013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8335601" y="3540339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8272999" y="273326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527421" y="679022"/>
              <a:ext cx="3346148" cy="1122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nx ny nz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27421" y="2417442"/>
              <a:ext cx="3346148" cy="1122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nx ny nz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849086" y="1399320"/>
              <a:ext cx="702817" cy="1122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sz="501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...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4353441" y="174283"/>
              <a:ext cx="0" cy="3394013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4104522" y="3504796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4041920" y="237783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V="true">
              <a:off x="63500" y="174283"/>
              <a:ext cx="0" cy="3394013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 flipV="true">
              <a:off x="898" y="237783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 flipV="true">
              <a:off x="63500" y="3504796"/>
              <a:ext cx="311521" cy="0"/>
            </a:xfrm>
            <a:prstGeom prst="line">
              <a:avLst/>
            </a:prstGeom>
            <a:ln cap="flat" w="1270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6056872" y="41551"/>
              <a:ext cx="871211" cy="3498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lx</a:t>
              </a:r>
            </a:p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ly</a:t>
              </a:r>
            </a:p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lz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401788" y="105051"/>
              <a:ext cx="871211" cy="3498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lx</a:t>
              </a:r>
            </a:p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ly</a:t>
              </a:r>
            </a:p>
            <a:p>
              <a:pPr algn="ctr">
                <a:lnSpc>
                  <a:spcPts val="7020"/>
                </a:lnSpc>
              </a:pPr>
              <a:r>
                <a:rPr lang="en-US" b="true" sz="501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lz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5400000">
              <a:off x="7102768" y="1451708"/>
              <a:ext cx="702817" cy="1122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</a:pPr>
              <a:r>
                <a:rPr lang="en-US" sz="501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186129" y="7901745"/>
            <a:ext cx="1390282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Matrix Multiplication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3054" y="3331443"/>
            <a:ext cx="5879851" cy="5610251"/>
          </a:xfrm>
          <a:custGeom>
            <a:avLst/>
            <a:gdLst/>
            <a:ahLst/>
            <a:cxnLst/>
            <a:rect r="r" b="b" t="t" l="l"/>
            <a:pathLst>
              <a:path h="5610251" w="5879851">
                <a:moveTo>
                  <a:pt x="0" y="0"/>
                </a:moveTo>
                <a:lnTo>
                  <a:pt x="5879851" y="0"/>
                </a:lnTo>
                <a:lnTo>
                  <a:pt x="5879851" y="5610252"/>
                </a:lnTo>
                <a:lnTo>
                  <a:pt x="0" y="5610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81261">
            <a:off x="652407" y="3813787"/>
            <a:ext cx="2461514" cy="2164629"/>
            <a:chOff x="0" y="0"/>
            <a:chExt cx="3282019" cy="2886172"/>
          </a:xfrm>
        </p:grpSpPr>
        <p:grpSp>
          <p:nvGrpSpPr>
            <p:cNvPr name="Group 4" id="4"/>
            <p:cNvGrpSpPr/>
            <p:nvPr/>
          </p:nvGrpSpPr>
          <p:grpSpPr>
            <a:xfrm rot="-7320392">
              <a:off x="1409266" y="517587"/>
              <a:ext cx="1834379" cy="1107180"/>
              <a:chOff x="0" y="0"/>
              <a:chExt cx="1178318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78318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178318">
                    <a:moveTo>
                      <a:pt x="589159" y="0"/>
                    </a:moveTo>
                    <a:lnTo>
                      <a:pt x="1178318" y="711200"/>
                    </a:lnTo>
                    <a:lnTo>
                      <a:pt x="0" y="711200"/>
                    </a:lnTo>
                    <a:lnTo>
                      <a:pt x="589159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84112" y="282575"/>
                <a:ext cx="810093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1934705">
              <a:off x="268665" y="780564"/>
              <a:ext cx="2204456" cy="1644322"/>
              <a:chOff x="0" y="0"/>
              <a:chExt cx="435448" cy="32480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35448" cy="324804"/>
              </a:xfrm>
              <a:custGeom>
                <a:avLst/>
                <a:gdLst/>
                <a:ahLst/>
                <a:cxnLst/>
                <a:rect r="r" b="b" t="t" l="l"/>
                <a:pathLst>
                  <a:path h="324804" w="435448">
                    <a:moveTo>
                      <a:pt x="135795" y="0"/>
                    </a:moveTo>
                    <a:lnTo>
                      <a:pt x="299653" y="0"/>
                    </a:lnTo>
                    <a:cubicBezTo>
                      <a:pt x="374651" y="0"/>
                      <a:pt x="435448" y="60798"/>
                      <a:pt x="435448" y="135795"/>
                    </a:cubicBezTo>
                    <a:lnTo>
                      <a:pt x="435448" y="189009"/>
                    </a:lnTo>
                    <a:cubicBezTo>
                      <a:pt x="435448" y="264007"/>
                      <a:pt x="374651" y="324804"/>
                      <a:pt x="299653" y="324804"/>
                    </a:cubicBezTo>
                    <a:lnTo>
                      <a:pt x="135795" y="324804"/>
                    </a:lnTo>
                    <a:cubicBezTo>
                      <a:pt x="60798" y="324804"/>
                      <a:pt x="0" y="264007"/>
                      <a:pt x="0" y="189009"/>
                    </a:cubicBezTo>
                    <a:lnTo>
                      <a:pt x="0" y="135795"/>
                    </a:lnTo>
                    <a:cubicBezTo>
                      <a:pt x="0" y="60798"/>
                      <a:pt x="60798" y="0"/>
                      <a:pt x="135795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35448" cy="3724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15324705" y="6209512"/>
            <a:ext cx="1934595" cy="3048788"/>
          </a:xfrm>
          <a:custGeom>
            <a:avLst/>
            <a:gdLst/>
            <a:ahLst/>
            <a:cxnLst/>
            <a:rect r="r" b="b" t="t" l="l"/>
            <a:pathLst>
              <a:path h="3048788" w="1934595">
                <a:moveTo>
                  <a:pt x="1934595" y="0"/>
                </a:moveTo>
                <a:lnTo>
                  <a:pt x="0" y="0"/>
                </a:lnTo>
                <a:lnTo>
                  <a:pt x="0" y="3048788"/>
                </a:lnTo>
                <a:lnTo>
                  <a:pt x="1934595" y="3048788"/>
                </a:lnTo>
                <a:lnTo>
                  <a:pt x="19345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39742" y="2021769"/>
            <a:ext cx="1984963" cy="1984963"/>
          </a:xfrm>
          <a:custGeom>
            <a:avLst/>
            <a:gdLst/>
            <a:ahLst/>
            <a:cxnLst/>
            <a:rect r="r" b="b" t="t" l="l"/>
            <a:pathLst>
              <a:path h="1984963" w="1984963">
                <a:moveTo>
                  <a:pt x="0" y="0"/>
                </a:moveTo>
                <a:lnTo>
                  <a:pt x="1984963" y="0"/>
                </a:lnTo>
                <a:lnTo>
                  <a:pt x="1984963" y="1984963"/>
                </a:lnTo>
                <a:lnTo>
                  <a:pt x="0" y="1984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838562">
            <a:off x="14173959" y="3006517"/>
            <a:ext cx="742689" cy="649853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  <a:ln w="3810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479051" y="7780764"/>
            <a:ext cx="4611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4050" y="6662837"/>
            <a:ext cx="4624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24705" y="2919001"/>
            <a:ext cx="5039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3607" y="4009007"/>
            <a:ext cx="11850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f(A)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02342" y="6662837"/>
            <a:ext cx="11865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f(B)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95850" y="3331443"/>
            <a:ext cx="230532" cy="3086100"/>
            <a:chOff x="0" y="0"/>
            <a:chExt cx="60716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716" cy="812800"/>
            </a:xfrm>
            <a:custGeom>
              <a:avLst/>
              <a:gdLst/>
              <a:ahLst/>
              <a:cxnLst/>
              <a:rect r="r" b="b" t="t" l="l"/>
              <a:pathLst>
                <a:path h="812800" w="60716">
                  <a:moveTo>
                    <a:pt x="0" y="0"/>
                  </a:moveTo>
                  <a:lnTo>
                    <a:pt x="60716" y="0"/>
                  </a:lnTo>
                  <a:lnTo>
                    <a:pt x="6071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71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3324389" y="4896102"/>
            <a:ext cx="3571100" cy="0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6895489" y="4896102"/>
            <a:ext cx="4584335" cy="2837804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479825" y="7733906"/>
            <a:ext cx="4688254" cy="0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4545304" y="3475622"/>
            <a:ext cx="1560166" cy="4256977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28700" y="7384841"/>
            <a:ext cx="116712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Color is A?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3092793" y="4896102"/>
            <a:ext cx="2183328" cy="258399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4355356">
            <a:off x="13870785" y="2712945"/>
            <a:ext cx="742689" cy="649853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49804"/>
              </a:srgbClr>
            </a:solidFill>
            <a:ln w="38100" cap="sq">
              <a:solidFill>
                <a:srgbClr val="5170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4355356">
            <a:off x="14667397" y="2957854"/>
            <a:ext cx="742689" cy="554076"/>
            <a:chOff x="0" y="0"/>
            <a:chExt cx="812800" cy="6063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606382"/>
            </a:xfrm>
            <a:custGeom>
              <a:avLst/>
              <a:gdLst/>
              <a:ahLst/>
              <a:cxnLst/>
              <a:rect r="r" b="b" t="t" l="l"/>
              <a:pathLst>
                <a:path h="606382" w="812800">
                  <a:moveTo>
                    <a:pt x="406400" y="0"/>
                  </a:moveTo>
                  <a:lnTo>
                    <a:pt x="812800" y="606382"/>
                  </a:lnTo>
                  <a:lnTo>
                    <a:pt x="0" y="60638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>
                <a:alpha val="49804"/>
              </a:srgbClr>
            </a:solidFill>
            <a:ln w="38100" cap="sq">
              <a:solidFill>
                <a:srgbClr val="5170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33909"/>
              <a:ext cx="558800" cy="329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3371089" y="3736436"/>
            <a:ext cx="3294610" cy="798874"/>
          </a:xfrm>
          <a:prstGeom prst="line">
            <a:avLst/>
          </a:prstGeom>
          <a:ln cap="flat" w="66675">
            <a:solidFill>
              <a:srgbClr val="1800AD">
                <a:alpha val="49804"/>
              </a:srgbClr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898298" y="4829483"/>
            <a:ext cx="4269324" cy="1140879"/>
          </a:xfrm>
          <a:prstGeom prst="line">
            <a:avLst/>
          </a:prstGeom>
          <a:ln cap="flat" w="66675">
            <a:solidFill>
              <a:srgbClr val="1800AD">
                <a:alpha val="49804"/>
              </a:srgbClr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TextBox 37" id="37"/>
          <p:cNvSpPr txBox="true"/>
          <p:nvPr/>
        </p:nvSpPr>
        <p:spPr>
          <a:xfrm rot="0">
            <a:off x="6665699" y="3911482"/>
            <a:ext cx="4595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44534" y="6662837"/>
            <a:ext cx="118788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f(C)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324050" y="4404929"/>
            <a:ext cx="12295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f(D)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98298" y="671533"/>
            <a:ext cx="116712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Interactions, More Computation...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2898237" y="3379455"/>
            <a:ext cx="897613" cy="89761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2934188" y="5536501"/>
            <a:ext cx="807556" cy="88104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3054" y="3331443"/>
            <a:ext cx="5879851" cy="5610251"/>
          </a:xfrm>
          <a:custGeom>
            <a:avLst/>
            <a:gdLst/>
            <a:ahLst/>
            <a:cxnLst/>
            <a:rect r="r" b="b" t="t" l="l"/>
            <a:pathLst>
              <a:path h="5610251" w="5879851">
                <a:moveTo>
                  <a:pt x="0" y="0"/>
                </a:moveTo>
                <a:lnTo>
                  <a:pt x="5879851" y="0"/>
                </a:lnTo>
                <a:lnTo>
                  <a:pt x="5879851" y="5610252"/>
                </a:lnTo>
                <a:lnTo>
                  <a:pt x="0" y="5610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81261">
            <a:off x="652407" y="3813787"/>
            <a:ext cx="2461514" cy="2164629"/>
            <a:chOff x="0" y="0"/>
            <a:chExt cx="3282019" cy="2886172"/>
          </a:xfrm>
        </p:grpSpPr>
        <p:grpSp>
          <p:nvGrpSpPr>
            <p:cNvPr name="Group 4" id="4"/>
            <p:cNvGrpSpPr/>
            <p:nvPr/>
          </p:nvGrpSpPr>
          <p:grpSpPr>
            <a:xfrm rot="-7320392">
              <a:off x="1409266" y="517587"/>
              <a:ext cx="1834379" cy="1107180"/>
              <a:chOff x="0" y="0"/>
              <a:chExt cx="1178318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78318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1178318">
                    <a:moveTo>
                      <a:pt x="589159" y="0"/>
                    </a:moveTo>
                    <a:lnTo>
                      <a:pt x="1178318" y="711200"/>
                    </a:lnTo>
                    <a:lnTo>
                      <a:pt x="0" y="711200"/>
                    </a:lnTo>
                    <a:lnTo>
                      <a:pt x="589159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84112" y="282575"/>
                <a:ext cx="810093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1934705">
              <a:off x="268665" y="780564"/>
              <a:ext cx="2204456" cy="1644322"/>
              <a:chOff x="0" y="0"/>
              <a:chExt cx="435448" cy="32480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35448" cy="324804"/>
              </a:xfrm>
              <a:custGeom>
                <a:avLst/>
                <a:gdLst/>
                <a:ahLst/>
                <a:cxnLst/>
                <a:rect r="r" b="b" t="t" l="l"/>
                <a:pathLst>
                  <a:path h="324804" w="435448">
                    <a:moveTo>
                      <a:pt x="135795" y="0"/>
                    </a:moveTo>
                    <a:lnTo>
                      <a:pt x="299653" y="0"/>
                    </a:lnTo>
                    <a:cubicBezTo>
                      <a:pt x="374651" y="0"/>
                      <a:pt x="435448" y="60798"/>
                      <a:pt x="435448" y="135795"/>
                    </a:cubicBezTo>
                    <a:lnTo>
                      <a:pt x="435448" y="189009"/>
                    </a:lnTo>
                    <a:cubicBezTo>
                      <a:pt x="435448" y="264007"/>
                      <a:pt x="374651" y="324804"/>
                      <a:pt x="299653" y="324804"/>
                    </a:cubicBezTo>
                    <a:lnTo>
                      <a:pt x="135795" y="324804"/>
                    </a:lnTo>
                    <a:cubicBezTo>
                      <a:pt x="60798" y="324804"/>
                      <a:pt x="0" y="264007"/>
                      <a:pt x="0" y="189009"/>
                    </a:cubicBezTo>
                    <a:lnTo>
                      <a:pt x="0" y="135795"/>
                    </a:lnTo>
                    <a:cubicBezTo>
                      <a:pt x="0" y="60798"/>
                      <a:pt x="60798" y="0"/>
                      <a:pt x="135795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35448" cy="3724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AutoShape 10" id="10"/>
          <p:cNvSpPr/>
          <p:nvPr/>
        </p:nvSpPr>
        <p:spPr>
          <a:xfrm>
            <a:off x="3324389" y="4896102"/>
            <a:ext cx="3571100" cy="0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6895489" y="4896102"/>
            <a:ext cx="4584335" cy="2837804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12" id="12"/>
          <p:cNvSpPr/>
          <p:nvPr/>
        </p:nvSpPr>
        <p:spPr>
          <a:xfrm flipH="true" flipV="false" rot="0">
            <a:off x="15324705" y="6209512"/>
            <a:ext cx="1934595" cy="3048788"/>
          </a:xfrm>
          <a:custGeom>
            <a:avLst/>
            <a:gdLst/>
            <a:ahLst/>
            <a:cxnLst/>
            <a:rect r="r" b="b" t="t" l="l"/>
            <a:pathLst>
              <a:path h="3048788" w="1934595">
                <a:moveTo>
                  <a:pt x="1934595" y="0"/>
                </a:moveTo>
                <a:lnTo>
                  <a:pt x="0" y="0"/>
                </a:lnTo>
                <a:lnTo>
                  <a:pt x="0" y="3048788"/>
                </a:lnTo>
                <a:lnTo>
                  <a:pt x="1934595" y="3048788"/>
                </a:lnTo>
                <a:lnTo>
                  <a:pt x="19345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1479825" y="7733906"/>
            <a:ext cx="4688254" cy="0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339742" y="2021769"/>
            <a:ext cx="1984963" cy="1984963"/>
          </a:xfrm>
          <a:custGeom>
            <a:avLst/>
            <a:gdLst/>
            <a:ahLst/>
            <a:cxnLst/>
            <a:rect r="r" b="b" t="t" l="l"/>
            <a:pathLst>
              <a:path h="1984963" w="1984963">
                <a:moveTo>
                  <a:pt x="0" y="0"/>
                </a:moveTo>
                <a:lnTo>
                  <a:pt x="1984963" y="0"/>
                </a:lnTo>
                <a:lnTo>
                  <a:pt x="1984963" y="1984963"/>
                </a:lnTo>
                <a:lnTo>
                  <a:pt x="0" y="1984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838562">
            <a:off x="14173959" y="3006517"/>
            <a:ext cx="742689" cy="649853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  <a:ln w="3810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545304" y="3475622"/>
            <a:ext cx="1560166" cy="4256977"/>
          </a:xfrm>
          <a:prstGeom prst="line">
            <a:avLst/>
          </a:prstGeom>
          <a:ln cap="flat" w="66675">
            <a:solidFill>
              <a:srgbClr val="1800AD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TextBox 19" id="19"/>
          <p:cNvSpPr txBox="true"/>
          <p:nvPr/>
        </p:nvSpPr>
        <p:spPr>
          <a:xfrm rot="0">
            <a:off x="6665699" y="3911482"/>
            <a:ext cx="4595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79051" y="7780764"/>
            <a:ext cx="4611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68079" y="7241426"/>
            <a:ext cx="4624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24705" y="2919001"/>
            <a:ext cx="5039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98298" y="671533"/>
            <a:ext cx="116712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Interactions, More Computation...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04913" y="4779243"/>
            <a:ext cx="13936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RGB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633805" y="5906052"/>
            <a:ext cx="606919" cy="606919"/>
            <a:chOff x="0" y="0"/>
            <a:chExt cx="159847" cy="1598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9847" cy="159847"/>
            </a:xfrm>
            <a:custGeom>
              <a:avLst/>
              <a:gdLst/>
              <a:ahLst/>
              <a:cxnLst/>
              <a:rect r="r" b="b" t="t" l="l"/>
              <a:pathLst>
                <a:path h="159847" w="159847">
                  <a:moveTo>
                    <a:pt x="0" y="0"/>
                  </a:moveTo>
                  <a:lnTo>
                    <a:pt x="159847" y="0"/>
                  </a:lnTo>
                  <a:lnTo>
                    <a:pt x="159847" y="159847"/>
                  </a:lnTo>
                  <a:lnTo>
                    <a:pt x="0" y="15984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59847" cy="207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332784" y="5718339"/>
            <a:ext cx="13936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RGB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792175" y="6850550"/>
            <a:ext cx="606919" cy="606919"/>
            <a:chOff x="0" y="0"/>
            <a:chExt cx="159847" cy="1598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9847" cy="159847"/>
            </a:xfrm>
            <a:custGeom>
              <a:avLst/>
              <a:gdLst/>
              <a:ahLst/>
              <a:cxnLst/>
              <a:rect r="r" b="b" t="t" l="l"/>
              <a:pathLst>
                <a:path h="159847" w="159847">
                  <a:moveTo>
                    <a:pt x="0" y="0"/>
                  </a:moveTo>
                  <a:lnTo>
                    <a:pt x="159847" y="0"/>
                  </a:lnTo>
                  <a:lnTo>
                    <a:pt x="159847" y="159847"/>
                  </a:lnTo>
                  <a:lnTo>
                    <a:pt x="0" y="15984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9847" cy="207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491154" y="6662837"/>
            <a:ext cx="13936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RGB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884781" y="4690404"/>
            <a:ext cx="606919" cy="606919"/>
            <a:chOff x="0" y="0"/>
            <a:chExt cx="159847" cy="1598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9847" cy="159847"/>
            </a:xfrm>
            <a:custGeom>
              <a:avLst/>
              <a:gdLst/>
              <a:ahLst/>
              <a:cxnLst/>
              <a:rect r="r" b="b" t="t" l="l"/>
              <a:pathLst>
                <a:path h="159847" w="159847">
                  <a:moveTo>
                    <a:pt x="0" y="0"/>
                  </a:moveTo>
                  <a:lnTo>
                    <a:pt x="159847" y="0"/>
                  </a:lnTo>
                  <a:lnTo>
                    <a:pt x="159847" y="159847"/>
                  </a:lnTo>
                  <a:lnTo>
                    <a:pt x="0" y="15984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59847" cy="207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583760" y="4502691"/>
            <a:ext cx="13936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RGB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795850" y="3331443"/>
            <a:ext cx="230532" cy="3086100"/>
            <a:chOff x="0" y="0"/>
            <a:chExt cx="60716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716" cy="812800"/>
            </a:xfrm>
            <a:custGeom>
              <a:avLst/>
              <a:gdLst/>
              <a:ahLst/>
              <a:cxnLst/>
              <a:rect r="r" b="b" t="t" l="l"/>
              <a:pathLst>
                <a:path h="812800" w="60716">
                  <a:moveTo>
                    <a:pt x="0" y="0"/>
                  </a:moveTo>
                  <a:lnTo>
                    <a:pt x="60716" y="0"/>
                  </a:lnTo>
                  <a:lnTo>
                    <a:pt x="6071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071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95850" y="4592642"/>
            <a:ext cx="230532" cy="606919"/>
            <a:chOff x="0" y="0"/>
            <a:chExt cx="60716" cy="15984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716" cy="159847"/>
            </a:xfrm>
            <a:custGeom>
              <a:avLst/>
              <a:gdLst/>
              <a:ahLst/>
              <a:cxnLst/>
              <a:rect r="r" b="b" t="t" l="l"/>
              <a:pathLst>
                <a:path h="159847" w="60716">
                  <a:moveTo>
                    <a:pt x="0" y="0"/>
                  </a:moveTo>
                  <a:lnTo>
                    <a:pt x="60716" y="0"/>
                  </a:lnTo>
                  <a:lnTo>
                    <a:pt x="60716" y="159847"/>
                  </a:lnTo>
                  <a:lnTo>
                    <a:pt x="0" y="15984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0716" cy="207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 flipV="true">
            <a:off x="2898237" y="3379455"/>
            <a:ext cx="897613" cy="89761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2934188" y="5536501"/>
            <a:ext cx="807556" cy="88104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4556" y="1717175"/>
            <a:ext cx="13437590" cy="7644496"/>
          </a:xfrm>
          <a:custGeom>
            <a:avLst/>
            <a:gdLst/>
            <a:ahLst/>
            <a:cxnLst/>
            <a:rect r="r" b="b" t="t" l="l"/>
            <a:pathLst>
              <a:path h="7644496" w="13437590">
                <a:moveTo>
                  <a:pt x="0" y="0"/>
                </a:moveTo>
                <a:lnTo>
                  <a:pt x="13437591" y="0"/>
                </a:lnTo>
                <a:lnTo>
                  <a:pt x="13437591" y="7644495"/>
                </a:lnTo>
                <a:lnTo>
                  <a:pt x="0" y="7644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92596" y="2360943"/>
            <a:ext cx="3439102" cy="6356958"/>
          </a:xfrm>
          <a:custGeom>
            <a:avLst/>
            <a:gdLst/>
            <a:ahLst/>
            <a:cxnLst/>
            <a:rect r="r" b="b" t="t" l="l"/>
            <a:pathLst>
              <a:path h="6356958" w="3439102">
                <a:moveTo>
                  <a:pt x="0" y="0"/>
                </a:moveTo>
                <a:lnTo>
                  <a:pt x="3439102" y="0"/>
                </a:lnTo>
                <a:lnTo>
                  <a:pt x="343910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8610" b="0"/>
            </a:stretch>
          </a:blipFill>
          <a:ln w="9525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-1757264" y="830080"/>
            <a:ext cx="116712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Anti Aliasing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0407" y="232100"/>
            <a:ext cx="21767976" cy="9822799"/>
          </a:xfrm>
          <a:custGeom>
            <a:avLst/>
            <a:gdLst/>
            <a:ahLst/>
            <a:cxnLst/>
            <a:rect r="r" b="b" t="t" l="l"/>
            <a:pathLst>
              <a:path h="9822799" w="21767976">
                <a:moveTo>
                  <a:pt x="0" y="0"/>
                </a:moveTo>
                <a:lnTo>
                  <a:pt x="21767976" y="0"/>
                </a:lnTo>
                <a:lnTo>
                  <a:pt x="21767976" y="9822800"/>
                </a:lnTo>
                <a:lnTo>
                  <a:pt x="0" y="982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90885" y="838200"/>
            <a:ext cx="6368415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394700"/>
            <a:ext cx="439090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Maaz Malik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904469" y="3049490"/>
            <a:ext cx="6479063" cy="4941231"/>
          </a:xfrm>
          <a:custGeom>
            <a:avLst/>
            <a:gdLst/>
            <a:ahLst/>
            <a:cxnLst/>
            <a:rect r="r" b="b" t="t" l="l"/>
            <a:pathLst>
              <a:path h="4941231" w="6479063">
                <a:moveTo>
                  <a:pt x="0" y="0"/>
                </a:moveTo>
                <a:lnTo>
                  <a:pt x="6479062" y="0"/>
                </a:lnTo>
                <a:lnTo>
                  <a:pt x="6479062" y="4941230"/>
                </a:lnTo>
                <a:lnTo>
                  <a:pt x="0" y="494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DAHAGXP8lCg</dc:identifier>
  <dcterms:modified xsi:type="dcterms:W3CDTF">2011-08-01T06:04:30Z</dcterms:modified>
  <cp:revision>1</cp:revision>
  <dc:title>3D Computer Graphics</dc:title>
</cp:coreProperties>
</file>